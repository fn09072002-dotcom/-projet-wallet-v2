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Projet E-Wallet 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</a:rPr>
              <a:t>Présentation Technique — Partie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Fonctions anonymes · Array functions · Composer · Packagist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90D9"/>
                </a:solidFill>
              </a:rPr>
              <a:t>PHP Procédural avec Namespaces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Fonctions Anonymes, Arrow Functions &amp; 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26517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Fonction Anonyme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Fonction sans nom, assignée
à une variable ou passée
comme argument.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146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$fn = function($x) {
  return $x * 2;
};
echo $fn(5); //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43000"/>
            <a:ext cx="26517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Arrow Function (PHP 7.4+)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Syntaxe courte, capture
automatiquement les variables
du scope parent.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146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$double = fn($x) =&gt; $x * 2;
// Utilisé dans le projet :
array_filter($t,
  fn($t) =&gt; $t[1] === $tel
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26517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Closure (use)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Importe des variables
externes dans le scope
de la fonction anonyme.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14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$prefix = 'Hello';
$greet = function($n)
  use ($prefix) {
  return "$prefix $n";
};
echo $greet('Fatou');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Fonctions Natives PHP  —  array_*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41605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234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array_filter()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00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Filtre un tableau selon
un critère (callback).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79" y="1252728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// Transactions d'un wallet
$t = array_filter($transactions,
  fn($t) =&gt; $t[1] === $telephone
);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143000"/>
            <a:ext cx="41605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34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array_map()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600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Applique une fonction
à chaque élément.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19" y="1252728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// Affichage des transactions
$lignes = array_map(
  function($t, $i) { ... },
  $transactions,
  array_keys($transactions)
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41605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1546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array_column()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520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Extrait une colonne
d'un tableau 2D.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79" y="3172968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// Récupérer tous les tél.
$tels = array_column(
  $wallets, 1
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9" y="3063240"/>
            <a:ext cx="41605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1546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array_search()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520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Cherche une valeur
et retourne sa clé.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19" y="3172968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// Trouver un wallet
$idx = array_search(
  $telephone,
  array_column($wallets, 1)
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Composer — Gestionnaire de Dépendances 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40233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Qu'est-ce que Composer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▸  Outil de gestion de dépendances
pour PHP (équivalent npm pour 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▸  Déclare les bibliothèques dans
composer.json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▸  Installe automatiquement les
paquets et leurs dépendances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▸  Génère l'autoloader PSR-4
pour charger les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▸  Commandes clés :
composer init / install / require
composer update / dump-autoload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143000"/>
            <a:ext cx="420624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2161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composer.json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572768"/>
            <a:ext cx="3840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{
  "name": "wallet/app",
  "autoload": {
    "psr-4": {
      "Wallet\\": "src/"
    }
  },
  "require": {
    "php": "&gt;=8.0"
  }
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01752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108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Commandes essentielles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9300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composer init          # Initialiser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74903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composer require pkg   # Ajouter paquet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0050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composer install       # Installer tout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26110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composer update        # Mettre à jour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5171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composer dump-autoload # Recharger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Packagist.org — L'Écosystème des Paquets 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39319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Packagist.org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Dépôt central des paquets PHP.
Composer y cherche les paquets
par défaut.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+ 350 000 paquets disponibles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Versionnage sémantique (SemVer)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Intégration directe avec GitHub/GitLab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▸  Statistiques de téléchargements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packagist.org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1430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Paquets populaires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600200"/>
            <a:ext cx="21031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691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90D9"/>
                </a:solidFill>
              </a:rPr>
              <a:t>symfony/console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Créer des applications
console interactives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1600200"/>
            <a:ext cx="21031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1691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90D9"/>
                </a:solidFill>
              </a:rPr>
              <a:t>guzzlehttp/guzzle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Client HTTP pour
appels d'API 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291840"/>
            <a:ext cx="21031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3383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90D9"/>
                </a:solidFill>
              </a:rPr>
              <a:t>vlucas/phpdotenv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Gérer les variables
d'environnement (.env)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3291840"/>
            <a:ext cx="21031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2008" y="3383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90D9"/>
                </a:solidFill>
              </a:rPr>
              <a:t>ramsey/uuid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Générer des
identifiants UUID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Récapitulatif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863840" cy="621792"/>
          </a:xfrm>
          <a:prstGeom prst="rect">
            <a:avLst/>
          </a:prstGeom>
          <a:solidFill>
            <a:srgbClr val="28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Fonctions anonymes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3560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Flexibilité du code — callbacks, closures, arrow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84832"/>
            <a:ext cx="7863840" cy="621792"/>
          </a:xfrm>
          <a:prstGeom prst="rect">
            <a:avLst/>
          </a:prstGeom>
          <a:solidFill>
            <a:srgbClr val="28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array_filter / map / column /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488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Manipulation expressive des tableaux sans boucles manuelles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98064"/>
            <a:ext cx="7863840" cy="621792"/>
          </a:xfrm>
          <a:prstGeom prst="rect">
            <a:avLst/>
          </a:prstGeom>
          <a:solidFill>
            <a:srgbClr val="28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437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Composer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6207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Gestion des dépendances et autoloading PSR-4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511296"/>
            <a:ext cx="7863840" cy="621792"/>
          </a:xfrm>
          <a:prstGeom prst="rect">
            <a:avLst/>
          </a:prstGeom>
          <a:solidFill>
            <a:srgbClr val="28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570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Packagist.org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7530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Écosystème centralisé de +350k paquets PHP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224528"/>
            <a:ext cx="7863840" cy="621792"/>
          </a:xfrm>
          <a:prstGeom prst="rect">
            <a:avLst/>
          </a:prstGeom>
          <a:solidFill>
            <a:srgbClr val="28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702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Namespaces Wallet\*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2885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Organisation et cloisonnement du code en Partie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</a:rPr>
              <a:t>github.com/fn09072002-dotcom/-projet-wallet-v2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